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14EFDF-87F1-3169-F07D-DF49D0F691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CC699B3-CBB5-CEAC-6138-1A18A0A166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3E011AA-8559-C47F-7B0D-EABBECB95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1FA19-EE9B-4D51-8CFE-2303C507242F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8CD01EA-7E4E-7BE7-CB05-B43025C7E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D50BE64-DCB9-21F2-D3DC-A2955B264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C14E6-B14D-478E-97B4-BF3F4AB10C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5475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B39A99-8B77-71E6-2C48-81E16BCF8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4BF2807-7C0A-025B-B297-776C279BA5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AD605D2-B7FD-3C19-147D-F1EB59255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1FA19-EE9B-4D51-8CFE-2303C507242F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C2EB02E-4AF9-6CBD-4799-827D83C1D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12983DA-18B3-2FE2-8551-B992A1B41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C14E6-B14D-478E-97B4-BF3F4AB10C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0494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C5F642-733F-0A75-9E82-0FEE389BA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72D13BB-15AF-203B-FD54-594B9B3F12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679BB1B-43F7-3B98-C77D-D9BF2A79A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1FA19-EE9B-4D51-8CFE-2303C507242F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27FEDED-3B59-92B8-7D5E-DBD5974F3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B13E484-2FBD-49C7-60C9-911A7BA03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C14E6-B14D-478E-97B4-BF3F4AB10C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4430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8941FB-B324-6139-D3E0-0C5539153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B8F8ACC-1431-1A15-23CA-39BC45C8CA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4435F58-7EC5-7C31-7F6A-CFF7C78ED8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60B1D56-EB97-E1EF-3BF4-8CBC08940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1FA19-EE9B-4D51-8CFE-2303C507242F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6333064-1C48-FA56-20AE-6E081AAA7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DDB0DF8-13AB-C3F6-4CAE-5E47B7614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C14E6-B14D-478E-97B4-BF3F4AB10C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7671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B40E0F8-7AF9-2A61-6CDA-3DB7DADBF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97A7B6B-D880-404C-16D7-460129150B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6D2C5D6-4076-5ABB-DB1B-D7C616876B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5420C90-73C7-6BE5-A788-90F162DC68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47787D2-D35B-EB59-04E6-8120CDD51E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15D5C80-830D-A662-A9CF-5D8E7C5C6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1FA19-EE9B-4D51-8CFE-2303C507242F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E82767A-83A9-6F2A-A10E-4D028B33C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99E78C0-8D63-0D05-740F-B94AA6CDF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C14E6-B14D-478E-97B4-BF3F4AB10C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2245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CAAD1D-DA62-CB12-73D1-341DC4EE7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9C3FF38-500F-BEE7-6CC5-320FE41B5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1FA19-EE9B-4D51-8CFE-2303C507242F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34F9133-377B-3BC9-C435-DECD0D0D5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84561FB-7B04-558A-D423-B2093D699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C14E6-B14D-478E-97B4-BF3F4AB10C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4275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22A4680-C6D6-8D37-27C5-D72406C8B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1FA19-EE9B-4D51-8CFE-2303C507242F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89DA57F-5EFD-6302-7A51-50CE78418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D0D30F8-828C-C334-22E5-A6FAA615E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C14E6-B14D-478E-97B4-BF3F4AB10C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3394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46BB26-EBE5-81BE-E4A0-73BB6AE92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919AF41-08C6-222A-5301-B646DCDFC7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C6BAED4-61D9-722C-74AC-7795C66A66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A1A53F5-3195-DA8D-5ADA-AF7A9A8E7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1FA19-EE9B-4D51-8CFE-2303C507242F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5D1E8AC-D9E3-A6BF-12BC-F818E4A37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16C6030-9BF0-8BC9-0FBD-077D7FC04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C14E6-B14D-478E-97B4-BF3F4AB10C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1032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329EBA-44BF-CC3D-E50A-A80343433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0DB48A7-390D-C2F1-3227-2B8138529B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31C2243-C7D0-8D08-74DA-6965DDE279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1735BED-A0C6-692C-AE4E-AC6A8AEEA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1FA19-EE9B-4D51-8CFE-2303C507242F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3A5734B-2789-7ABB-3069-04FE93780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37D251A-55FD-CBA9-BE4C-C038E3091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C14E6-B14D-478E-97B4-BF3F4AB10C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0524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99FC70-DCC0-6900-A0C4-A15588B62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E4357BC-114A-7B75-CCFC-BCEDF9512A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68ABB27-59F2-98B0-72B8-03EC43903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1FA19-EE9B-4D51-8CFE-2303C507242F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03E74B3-1A13-468A-16D9-6190A1E1C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40828CA-59B5-B569-1488-18548F98C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C14E6-B14D-478E-97B4-BF3F4AB10C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415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BD46F74-FF27-1FE1-1442-3E85801697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4EA04C5-42EE-F900-E354-A9303DFD92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0457E3C-522A-0711-231E-6029FDCB5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1FA19-EE9B-4D51-8CFE-2303C507242F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B62D04D-FF1F-6D59-90A7-DC6601C86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5C28B94-8350-9575-D476-2A51169C2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C14E6-B14D-478E-97B4-BF3F4AB10C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4767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F61CC2F-BCD0-0508-E65B-BBF630283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38EA79A-0D4C-9157-3E35-575898BFE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77D949F-EE70-12C5-3982-21AF0C0FF5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31FA19-EE9B-4D51-8CFE-2303C507242F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DC1B2BD-B7C2-C6A5-A8CA-C720FD92E9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19BEB68-E99A-AF3E-6FF7-213822AA11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AC14E6-B14D-478E-97B4-BF3F4AB10C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5981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916EBD-48B5-35FE-D64C-CAD05AA14F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62F9CD3-722C-AB8F-9209-5A5CAB5113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6022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727617-710A-CADD-5D5C-4BEC1AB09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通信可能領域が全部</a:t>
            </a:r>
            <a:r>
              <a:rPr lang="en-US" altLang="ja-JP" dirty="0"/>
              <a:t>TO</a:t>
            </a:r>
            <a:r>
              <a:rPr lang="ja-JP" altLang="en-US" dirty="0"/>
              <a:t>のみと拡散。通信距離それぞれの結果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86FD1A4-EFC7-0455-084B-E57923377E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altLang="ja-JP" dirty="0"/>
              <a:t>=== Communication range 50m ===</a:t>
            </a:r>
          </a:p>
          <a:p>
            <a:r>
              <a:rPr lang="en-US" altLang="ja-JP" dirty="0"/>
              <a:t>=== T0 only (no spread) ===</a:t>
            </a:r>
          </a:p>
          <a:p>
            <a:r>
              <a:rPr lang="en-US" altLang="ja-JP" dirty="0"/>
              <a:t>time: 100, received: 4</a:t>
            </a:r>
          </a:p>
          <a:p>
            <a:r>
              <a:rPr lang="en-US" altLang="ja-JP" dirty="0"/>
              <a:t>time: 200, received: 7</a:t>
            </a:r>
          </a:p>
          <a:p>
            <a:r>
              <a:rPr lang="en-US" altLang="ja-JP" dirty="0"/>
              <a:t>time: 300, received: 9</a:t>
            </a:r>
          </a:p>
          <a:p>
            <a:r>
              <a:rPr lang="en-US" altLang="ja-JP" dirty="0"/>
              <a:t>time: 400, received: 13</a:t>
            </a:r>
          </a:p>
          <a:p>
            <a:r>
              <a:rPr lang="en-US" altLang="ja-JP" dirty="0"/>
              <a:t>time: 500, received: 14</a:t>
            </a:r>
          </a:p>
          <a:p>
            <a:r>
              <a:rPr lang="en-US" altLang="ja-JP" dirty="0"/>
              <a:t>time: 600, received: 14</a:t>
            </a:r>
          </a:p>
          <a:p>
            <a:r>
              <a:rPr lang="en-US" altLang="ja-JP" dirty="0"/>
              <a:t>time: 700, received: 15</a:t>
            </a:r>
          </a:p>
          <a:p>
            <a:r>
              <a:rPr lang="en-US" altLang="ja-JP" dirty="0"/>
              <a:t>time: 800, received: 15</a:t>
            </a:r>
          </a:p>
          <a:p>
            <a:r>
              <a:rPr lang="en-US" altLang="ja-JP" dirty="0"/>
              <a:t>time: 900, received: 16</a:t>
            </a:r>
          </a:p>
          <a:p>
            <a:r>
              <a:rPr lang="en-US" altLang="ja-JP" dirty="0"/>
              <a:t>time: 1000, received: 16</a:t>
            </a:r>
          </a:p>
          <a:p>
            <a:endParaRPr lang="en-US" altLang="ja-JP" dirty="0"/>
          </a:p>
          <a:p>
            <a:r>
              <a:rPr lang="en-US" altLang="ja-JP" dirty="0"/>
              <a:t>=== Received nodes also send (spread enabled) ===</a:t>
            </a:r>
          </a:p>
          <a:p>
            <a:r>
              <a:rPr lang="en-US" altLang="ja-JP" dirty="0"/>
              <a:t>time: 100, received: 11</a:t>
            </a:r>
          </a:p>
          <a:p>
            <a:r>
              <a:rPr lang="en-US" altLang="ja-JP" dirty="0"/>
              <a:t>time: 200, received: 19</a:t>
            </a:r>
          </a:p>
          <a:p>
            <a:r>
              <a:rPr lang="en-US" altLang="ja-JP" dirty="0"/>
              <a:t>time: 300, received: 20</a:t>
            </a:r>
          </a:p>
          <a:p>
            <a:r>
              <a:rPr lang="en-US" altLang="ja-JP" dirty="0"/>
              <a:t>time: 400, received: 20</a:t>
            </a:r>
          </a:p>
          <a:p>
            <a:r>
              <a:rPr lang="en-US" altLang="ja-JP" dirty="0"/>
              <a:t>time: 500, received: 20</a:t>
            </a:r>
          </a:p>
          <a:p>
            <a:r>
              <a:rPr lang="en-US" altLang="ja-JP" dirty="0"/>
              <a:t>time: 600, received: 20</a:t>
            </a:r>
          </a:p>
          <a:p>
            <a:r>
              <a:rPr lang="en-US" altLang="ja-JP" dirty="0"/>
              <a:t>time: 700, received: 20</a:t>
            </a:r>
          </a:p>
          <a:p>
            <a:r>
              <a:rPr lang="en-US" altLang="ja-JP" dirty="0"/>
              <a:t>time: 800, received: 20</a:t>
            </a:r>
          </a:p>
          <a:p>
            <a:r>
              <a:rPr lang="en-US" altLang="ja-JP" dirty="0"/>
              <a:t>time: 900, received: 20</a:t>
            </a:r>
          </a:p>
          <a:p>
            <a:r>
              <a:rPr lang="en-US" altLang="ja-JP" dirty="0"/>
              <a:t>time: 1000, received: 20</a:t>
            </a:r>
          </a:p>
          <a:p>
            <a:endParaRPr lang="en-US" altLang="ja-JP" dirty="0"/>
          </a:p>
          <a:p>
            <a:r>
              <a:rPr lang="en-US" altLang="ja-JP" dirty="0"/>
              <a:t>=== Communication range 100m ===</a:t>
            </a:r>
          </a:p>
          <a:p>
            <a:r>
              <a:rPr lang="en-US" altLang="ja-JP" dirty="0"/>
              <a:t>=== T0 only (no spread) ===</a:t>
            </a:r>
          </a:p>
          <a:p>
            <a:r>
              <a:rPr lang="en-US" altLang="ja-JP" dirty="0"/>
              <a:t>time: 100, received: 9</a:t>
            </a:r>
          </a:p>
          <a:p>
            <a:r>
              <a:rPr lang="en-US" altLang="ja-JP" dirty="0"/>
              <a:t>time: 200, received: 9</a:t>
            </a:r>
          </a:p>
          <a:p>
            <a:r>
              <a:rPr lang="en-US" altLang="ja-JP" dirty="0"/>
              <a:t>time: 300, received: 13</a:t>
            </a:r>
          </a:p>
          <a:p>
            <a:r>
              <a:rPr lang="en-US" altLang="ja-JP" dirty="0"/>
              <a:t>time: 400, received: 14</a:t>
            </a:r>
          </a:p>
          <a:p>
            <a:r>
              <a:rPr lang="en-US" altLang="ja-JP" dirty="0"/>
              <a:t>time: 500, received: 14</a:t>
            </a:r>
          </a:p>
          <a:p>
            <a:r>
              <a:rPr lang="en-US" altLang="ja-JP" dirty="0"/>
              <a:t>time: 600, received: 16</a:t>
            </a:r>
          </a:p>
          <a:p>
            <a:r>
              <a:rPr lang="en-US" altLang="ja-JP" dirty="0"/>
              <a:t>time: 700, received: 16</a:t>
            </a:r>
          </a:p>
          <a:p>
            <a:r>
              <a:rPr lang="en-US" altLang="ja-JP" dirty="0"/>
              <a:t>time: 800, received: 18</a:t>
            </a:r>
          </a:p>
          <a:p>
            <a:r>
              <a:rPr lang="en-US" altLang="ja-JP" dirty="0"/>
              <a:t>time: 900, received: 18</a:t>
            </a:r>
          </a:p>
          <a:p>
            <a:r>
              <a:rPr lang="en-US" altLang="ja-JP" dirty="0"/>
              <a:t>time: 1000, received: 18</a:t>
            </a:r>
          </a:p>
          <a:p>
            <a:endParaRPr lang="en-US" altLang="ja-JP" dirty="0"/>
          </a:p>
          <a:p>
            <a:r>
              <a:rPr lang="en-US" altLang="ja-JP" dirty="0"/>
              <a:t>=== Received nodes also send (spread enabled) ===</a:t>
            </a:r>
          </a:p>
          <a:p>
            <a:r>
              <a:rPr lang="en-US" altLang="ja-JP" dirty="0"/>
              <a:t>time: 100, received: 16</a:t>
            </a:r>
          </a:p>
          <a:p>
            <a:r>
              <a:rPr lang="en-US" altLang="ja-JP" dirty="0"/>
              <a:t>time: 200, received: 20</a:t>
            </a:r>
          </a:p>
          <a:p>
            <a:r>
              <a:rPr lang="en-US" altLang="ja-JP" dirty="0"/>
              <a:t>time: 300, received: 20</a:t>
            </a:r>
          </a:p>
          <a:p>
            <a:r>
              <a:rPr lang="en-US" altLang="ja-JP" dirty="0"/>
              <a:t>time: 400, received: 20</a:t>
            </a:r>
          </a:p>
          <a:p>
            <a:r>
              <a:rPr lang="en-US" altLang="ja-JP" dirty="0"/>
              <a:t>time: 500, received: 20</a:t>
            </a:r>
          </a:p>
          <a:p>
            <a:r>
              <a:rPr lang="en-US" altLang="ja-JP" dirty="0"/>
              <a:t>time: 600, received: 20</a:t>
            </a:r>
          </a:p>
          <a:p>
            <a:r>
              <a:rPr lang="en-US" altLang="ja-JP" dirty="0"/>
              <a:t>time: 700, received: 20</a:t>
            </a:r>
          </a:p>
          <a:p>
            <a:r>
              <a:rPr lang="en-US" altLang="ja-JP" dirty="0"/>
              <a:t>time: 800, received: 20</a:t>
            </a:r>
          </a:p>
          <a:p>
            <a:r>
              <a:rPr lang="en-US" altLang="ja-JP" dirty="0"/>
              <a:t>time: 900, received: 20</a:t>
            </a:r>
          </a:p>
          <a:p>
            <a:r>
              <a:rPr lang="en-US" altLang="ja-JP" dirty="0"/>
              <a:t>time: 1000, received: 20</a:t>
            </a:r>
          </a:p>
          <a:p>
            <a:endParaRPr lang="en-US" altLang="ja-JP" dirty="0"/>
          </a:p>
          <a:p>
            <a:r>
              <a:rPr lang="en-US" altLang="ja-JP" dirty="0"/>
              <a:t>=== Communication range 150m ===</a:t>
            </a:r>
          </a:p>
          <a:p>
            <a:r>
              <a:rPr lang="en-US" altLang="ja-JP" dirty="0"/>
              <a:t>=== T0 only (no spread) ===</a:t>
            </a:r>
          </a:p>
          <a:p>
            <a:r>
              <a:rPr lang="en-US" altLang="ja-JP" dirty="0"/>
              <a:t>time: 100, received: 11</a:t>
            </a:r>
          </a:p>
          <a:p>
            <a:r>
              <a:rPr lang="en-US" altLang="ja-JP" dirty="0"/>
              <a:t>time: 200, received: 14</a:t>
            </a:r>
          </a:p>
          <a:p>
            <a:r>
              <a:rPr lang="en-US" altLang="ja-JP" dirty="0"/>
              <a:t>time: 300, received: 17</a:t>
            </a:r>
          </a:p>
          <a:p>
            <a:r>
              <a:rPr lang="en-US" altLang="ja-JP" dirty="0"/>
              <a:t>time: 400, received: 17</a:t>
            </a:r>
          </a:p>
          <a:p>
            <a:r>
              <a:rPr lang="en-US" altLang="ja-JP" dirty="0"/>
              <a:t>time: 500, received: 17</a:t>
            </a:r>
          </a:p>
          <a:p>
            <a:r>
              <a:rPr lang="en-US" altLang="ja-JP" dirty="0"/>
              <a:t>time: 600, received: 19</a:t>
            </a:r>
          </a:p>
          <a:p>
            <a:r>
              <a:rPr lang="en-US" altLang="ja-JP" dirty="0"/>
              <a:t>time: 700, received: 20</a:t>
            </a:r>
          </a:p>
          <a:p>
            <a:r>
              <a:rPr lang="en-US" altLang="ja-JP" dirty="0"/>
              <a:t>time: 800, received: 20</a:t>
            </a:r>
          </a:p>
          <a:p>
            <a:r>
              <a:rPr lang="en-US" altLang="ja-JP" dirty="0"/>
              <a:t>time: 900, received: 20</a:t>
            </a:r>
          </a:p>
          <a:p>
            <a:r>
              <a:rPr lang="en-US" altLang="ja-JP" dirty="0"/>
              <a:t>time: 1000, received: 20</a:t>
            </a:r>
          </a:p>
          <a:p>
            <a:endParaRPr lang="en-US" altLang="ja-JP" dirty="0"/>
          </a:p>
          <a:p>
            <a:r>
              <a:rPr lang="en-US" altLang="ja-JP" dirty="0"/>
              <a:t>=== Received nodes also send (spread enabled) ===</a:t>
            </a:r>
          </a:p>
          <a:p>
            <a:r>
              <a:rPr lang="en-US" altLang="ja-JP" dirty="0"/>
              <a:t>time: 100, received: 20</a:t>
            </a:r>
          </a:p>
          <a:p>
            <a:r>
              <a:rPr lang="en-US" altLang="ja-JP" dirty="0"/>
              <a:t>time: 200, received: 20</a:t>
            </a:r>
          </a:p>
          <a:p>
            <a:r>
              <a:rPr lang="en-US" altLang="ja-JP" dirty="0"/>
              <a:t>time: 300, received: 20</a:t>
            </a:r>
          </a:p>
          <a:p>
            <a:r>
              <a:rPr lang="en-US" altLang="ja-JP" dirty="0"/>
              <a:t>time: 400, received: 20</a:t>
            </a:r>
          </a:p>
          <a:p>
            <a:r>
              <a:rPr lang="en-US" altLang="ja-JP" dirty="0"/>
              <a:t>time: 500, received: 20</a:t>
            </a:r>
          </a:p>
          <a:p>
            <a:r>
              <a:rPr lang="en-US" altLang="ja-JP" dirty="0"/>
              <a:t>time: 600, received: 20</a:t>
            </a:r>
          </a:p>
          <a:p>
            <a:r>
              <a:rPr lang="en-US" altLang="ja-JP" dirty="0"/>
              <a:t>time: 700, received: 20</a:t>
            </a:r>
          </a:p>
          <a:p>
            <a:r>
              <a:rPr lang="en-US" altLang="ja-JP" dirty="0"/>
              <a:t>time: 800, received: 20</a:t>
            </a:r>
          </a:p>
          <a:p>
            <a:r>
              <a:rPr lang="en-US" altLang="ja-JP" dirty="0"/>
              <a:t>time: 900, received: 20</a:t>
            </a:r>
          </a:p>
          <a:p>
            <a:r>
              <a:rPr lang="en-US" altLang="ja-JP" dirty="0"/>
              <a:t>time: 1000, received: 20</a:t>
            </a:r>
          </a:p>
          <a:p>
            <a:r>
              <a:rPr lang="en-US" altLang="ja-JP" dirty="0"/>
              <a:t>(.</a:t>
            </a:r>
            <a:r>
              <a:rPr lang="en-US" altLang="ja-JP" dirty="0" err="1"/>
              <a:t>venv</a:t>
            </a:r>
            <a:r>
              <a:rPr lang="en-US" altLang="ja-JP" dirty="0"/>
              <a:t>) PS C:\Users\kazu</a:t>
            </a:r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DB0963E-1EBA-ACBA-21CC-EDCA1875D0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982" y="1123116"/>
            <a:ext cx="9144018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733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5E0812-FB86-5014-8790-7E25C4832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7D76D7B5-2043-B580-BC7A-D06F9E0CBD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9885" y="1825625"/>
            <a:ext cx="7252229" cy="4351338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631691E-AE75-31F8-90F3-79832C893D05}"/>
              </a:ext>
            </a:extLst>
          </p:cNvPr>
          <p:cNvSpPr txBox="1"/>
          <p:nvPr/>
        </p:nvSpPr>
        <p:spPr>
          <a:xfrm>
            <a:off x="3048000" y="-633650"/>
            <a:ext cx="6096000" cy="8125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============================================================</a:t>
            </a:r>
          </a:p>
          <a:p>
            <a:r>
              <a:rPr lang="ja-JP" altLang="en-US" dirty="0"/>
              <a:t>Experiment 1: Limited communication area comparison</a:t>
            </a:r>
          </a:p>
          <a:p>
            <a:r>
              <a:rPr lang="ja-JP" altLang="en-US" dirty="0"/>
              <a:t>============================================================</a:t>
            </a:r>
          </a:p>
          <a:p>
            <a:endParaRPr lang="ja-JP" altLang="en-US" dirty="0"/>
          </a:p>
          <a:p>
            <a:r>
              <a:rPr lang="ja-JP" altLang="en-US" dirty="0"/>
              <a:t>=== Limited area: 100×100 (comm_range=100m) ===</a:t>
            </a:r>
          </a:p>
          <a:p>
            <a:r>
              <a:rPr lang="ja-JP" altLang="en-US" dirty="0"/>
              <a:t>No spread:</a:t>
            </a:r>
          </a:p>
          <a:p>
            <a:r>
              <a:rPr lang="ja-JP" altLang="en-US" dirty="0"/>
              <a:t>  Final received: 14/100</a:t>
            </a:r>
          </a:p>
          <a:p>
            <a:r>
              <a:rPr lang="ja-JP" altLang="en-US" dirty="0"/>
              <a:t>Spread enabled:</a:t>
            </a:r>
          </a:p>
          <a:p>
            <a:r>
              <a:rPr lang="ja-JP" altLang="en-US" dirty="0"/>
              <a:t>  Final received: 1/100</a:t>
            </a:r>
          </a:p>
          <a:p>
            <a:endParaRPr lang="ja-JP" altLang="en-US" dirty="0"/>
          </a:p>
          <a:p>
            <a:r>
              <a:rPr lang="ja-JP" altLang="en-US" dirty="0"/>
              <a:t>=== Limited area: 200×200 (comm_range=100m) ===</a:t>
            </a:r>
          </a:p>
          <a:p>
            <a:r>
              <a:rPr lang="ja-JP" altLang="en-US" dirty="0"/>
              <a:t>No spread:</a:t>
            </a:r>
          </a:p>
          <a:p>
            <a:r>
              <a:rPr lang="ja-JP" altLang="en-US" dirty="0"/>
              <a:t>  Final received: 21/100</a:t>
            </a:r>
          </a:p>
          <a:p>
            <a:r>
              <a:rPr lang="ja-JP" altLang="en-US" dirty="0"/>
              <a:t>Spread enabled:</a:t>
            </a:r>
          </a:p>
          <a:p>
            <a:r>
              <a:rPr lang="ja-JP" altLang="en-US" dirty="0"/>
              <a:t>  Final received: 100/100</a:t>
            </a:r>
          </a:p>
          <a:p>
            <a:endParaRPr lang="ja-JP" altLang="en-US" dirty="0"/>
          </a:p>
          <a:p>
            <a:r>
              <a:rPr lang="ja-JP" altLang="en-US" dirty="0"/>
              <a:t>=== Limited area: 300×300 (comm_range=100m) ===</a:t>
            </a:r>
          </a:p>
          <a:p>
            <a:r>
              <a:rPr lang="ja-JP" altLang="en-US" dirty="0"/>
              <a:t>No spread:</a:t>
            </a:r>
          </a:p>
          <a:p>
            <a:r>
              <a:rPr lang="ja-JP" altLang="en-US" dirty="0"/>
              <a:t>  Final received: 76/100</a:t>
            </a:r>
          </a:p>
          <a:p>
            <a:r>
              <a:rPr lang="ja-JP" altLang="en-US" dirty="0"/>
              <a:t>Spread enabled:</a:t>
            </a:r>
          </a:p>
          <a:p>
            <a:r>
              <a:rPr lang="ja-JP" altLang="en-US" dirty="0"/>
              <a:t>  Final received: 100/100</a:t>
            </a:r>
          </a:p>
          <a:p>
            <a:endParaRPr lang="ja-JP" altLang="en-US" dirty="0"/>
          </a:p>
          <a:p>
            <a:r>
              <a:rPr lang="ja-JP" altLang="en-US" dirty="0"/>
              <a:t>=== Full area (no limitation) ===</a:t>
            </a:r>
          </a:p>
          <a:p>
            <a:r>
              <a:rPr lang="ja-JP" altLang="en-US" dirty="0"/>
              <a:t>No spread:</a:t>
            </a:r>
          </a:p>
          <a:p>
            <a:r>
              <a:rPr lang="ja-JP" altLang="en-US" dirty="0"/>
              <a:t>  Final received: 98/100</a:t>
            </a:r>
          </a:p>
          <a:p>
            <a:r>
              <a:rPr lang="ja-JP" altLang="en-US" dirty="0"/>
              <a:t>Spread enabled:</a:t>
            </a:r>
          </a:p>
          <a:p>
            <a:r>
              <a:rPr lang="ja-JP" altLang="en-US" dirty="0"/>
              <a:t>  Final received: 100/100</a:t>
            </a:r>
          </a:p>
        </p:txBody>
      </p:sp>
    </p:spTree>
    <p:extLst>
      <p:ext uri="{BB962C8B-B14F-4D97-AF65-F5344CB8AC3E}">
        <p14:creationId xmlns:p14="http://schemas.microsoft.com/office/powerpoint/2010/main" val="2860448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16FA0C-7131-C1A6-59CC-5EA74F909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C107BB4-A23A-B913-DC87-DEF3D001C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ja-JP" dirty="0"/>
              <a:t>============================================================</a:t>
            </a:r>
          </a:p>
          <a:p>
            <a:r>
              <a:rPr lang="en-US" altLang="ja-JP" dirty="0"/>
              <a:t>Experiment 2: Communication area size comparison (fixed N)</a:t>
            </a:r>
          </a:p>
          <a:p>
            <a:r>
              <a:rPr lang="en-US" altLang="ja-JP" dirty="0"/>
              <a:t>============================================================</a:t>
            </a:r>
          </a:p>
          <a:p>
            <a:r>
              <a:rPr lang="en-US" altLang="ja-JP" dirty="0"/>
              <a:t>100×100: No spread=4, Spread=78</a:t>
            </a:r>
          </a:p>
          <a:p>
            <a:r>
              <a:rPr lang="en-US" altLang="ja-JP" dirty="0"/>
              <a:t>150×150: No spread=17, Spread=95</a:t>
            </a:r>
          </a:p>
          <a:p>
            <a:r>
              <a:rPr lang="en-US" altLang="ja-JP" dirty="0"/>
              <a:t>200×200: No spread=53, Spread=100</a:t>
            </a:r>
          </a:p>
          <a:p>
            <a:r>
              <a:rPr lang="en-US" altLang="ja-JP" dirty="0"/>
              <a:t>250×250: No spread=46, Spread=100</a:t>
            </a:r>
          </a:p>
          <a:p>
            <a:r>
              <a:rPr lang="en-US" altLang="ja-JP" dirty="0"/>
              <a:t>300×300: No spread=66, Spread=100</a:t>
            </a:r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CF89234-2B9F-C3AB-B0A3-7B4FC42585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51857"/>
            <a:ext cx="12192000" cy="435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856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326F99-44EA-68F9-5301-6A294FE36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560E949-5BE3-6573-21FD-3A60497769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ja-JP" dirty="0"/>
              <a:t>============================================================</a:t>
            </a:r>
          </a:p>
          <a:p>
            <a:r>
              <a:rPr lang="en-US" altLang="ja-JP" dirty="0"/>
              <a:t>Experiment 3: Node count comparison (fixed area size)</a:t>
            </a:r>
          </a:p>
          <a:p>
            <a:r>
              <a:rPr lang="en-US" altLang="ja-JP" dirty="0"/>
              <a:t>============================================================</a:t>
            </a:r>
          </a:p>
          <a:p>
            <a:r>
              <a:rPr lang="en-US" altLang="ja-JP" dirty="0"/>
              <a:t>N=20: No spread=6/20 (30.0%), Spread=19/20 (95.0%)</a:t>
            </a:r>
          </a:p>
          <a:p>
            <a:r>
              <a:rPr lang="en-US" altLang="ja-JP" dirty="0"/>
              <a:t>N=50: No spread=15/50 (30.0%), Spread=1/50 (2.0%)</a:t>
            </a:r>
          </a:p>
          <a:p>
            <a:r>
              <a:rPr lang="en-US" altLang="ja-JP" dirty="0"/>
              <a:t>N=100: No spread=41/100 (41.0%), Spread=100/100 (100.0%)</a:t>
            </a:r>
          </a:p>
          <a:p>
            <a:r>
              <a:rPr lang="en-US" altLang="ja-JP" dirty="0"/>
              <a:t>N=150: No spread=45/150 (30.0%), Spread=149/150 (99.3%)</a:t>
            </a:r>
          </a:p>
          <a:p>
            <a:r>
              <a:rPr lang="en-US" altLang="ja-JP" dirty="0"/>
              <a:t>N=200: No spread=88/200 (44.0%), Spread=200/200 (100.0%)</a:t>
            </a:r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BFC9D19-AA7B-A8EB-1D69-124ABA8E2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51857"/>
            <a:ext cx="12192000" cy="435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5796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944</Words>
  <Application>Microsoft Office PowerPoint</Application>
  <PresentationFormat>ワイド画面</PresentationFormat>
  <Paragraphs>119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游ゴシック</vt:lpstr>
      <vt:lpstr>游ゴシック Light</vt:lpstr>
      <vt:lpstr>Arial</vt:lpstr>
      <vt:lpstr>Office テーマ</vt:lpstr>
      <vt:lpstr>PowerPoint プレゼンテーション</vt:lpstr>
      <vt:lpstr>通信可能領域が全部TOのみと拡散。通信距離それぞれの結果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庄司　和哉</dc:creator>
  <cp:lastModifiedBy>庄司　和哉</cp:lastModifiedBy>
  <cp:revision>1</cp:revision>
  <dcterms:created xsi:type="dcterms:W3CDTF">2026-05-13T08:22:40Z</dcterms:created>
  <dcterms:modified xsi:type="dcterms:W3CDTF">2026-05-13T09:16:20Z</dcterms:modified>
</cp:coreProperties>
</file>