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Yu Gothic"/>
              </a:rPr>
              <a:t>P vs Average colors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colors</c:v>
                </c:pt>
              </c:strCache>
            </c:strRef>
          </c:tx>
          <c:spPr>
            <a:ln w="25400" cap="flat">
              <a:solidFill>
                <a:srgbClr val="2F6B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6BFF"/>
              </a:solidFill>
              <a:ln w="9525" cap="flat">
                <a:solidFill>
                  <a:srgbClr val="2F6BF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7.22</c:v>
                </c:pt>
                <c:pt idx="1">
                  <c:v>10.82</c:v>
                </c:pt>
                <c:pt idx="2">
                  <c:v>14.16</c:v>
                </c:pt>
                <c:pt idx="3">
                  <c:v>17.260000000000002</c:v>
                </c:pt>
                <c:pt idx="4">
                  <c:v>21.26</c:v>
                </c:pt>
                <c:pt idx="5">
                  <c:v>25.8</c:v>
                </c:pt>
                <c:pt idx="6">
                  <c:v>30.8</c:v>
                </c:pt>
                <c:pt idx="7">
                  <c:v>36.340000000000003</c:v>
                </c:pt>
                <c:pt idx="8">
                  <c:v>47.66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F9-49BB-96DE-6CD7F56406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Yu Gothic"/>
              </a:rPr>
              <a:t>P vs Variance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ln w="25400" cap="flat">
              <a:solidFill>
                <a:srgbClr val="F5851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8518"/>
              </a:solidFill>
              <a:ln w="9525" cap="flat">
                <a:solidFill>
                  <a:srgbClr val="F58518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0.27400000000000002</c:v>
                </c:pt>
                <c:pt idx="1">
                  <c:v>0.40799999999999997</c:v>
                </c:pt>
                <c:pt idx="2">
                  <c:v>0.56399999999999995</c:v>
                </c:pt>
                <c:pt idx="3">
                  <c:v>0.60199999999999998</c:v>
                </c:pt>
                <c:pt idx="4">
                  <c:v>0.84199999999999997</c:v>
                </c:pt>
                <c:pt idx="5">
                  <c:v>1.173</c:v>
                </c:pt>
                <c:pt idx="6">
                  <c:v>1.49</c:v>
                </c:pt>
                <c:pt idx="7">
                  <c:v>1.546</c:v>
                </c:pt>
                <c:pt idx="8">
                  <c:v>1.8460000000000001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89-4107-BA09-30847583A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Yu Gothic"/>
              </a:rPr>
              <a:t>P=0.1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138</c:v>
                </c:pt>
                <c:pt idx="2">
                  <c:v>52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87-418D-A055-F34C91DE1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Yu Gothic"/>
              </a:rPr>
              <a:t>P=0.5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47</c:v>
                </c:pt>
                <c:pt idx="2">
                  <c:v>66</c:v>
                </c:pt>
                <c:pt idx="3">
                  <c:v>71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1C-49AB-B3DE-82AFEAC44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Yu Gothic"/>
              </a:rPr>
              <a:t>P=0.9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Trials</c:v>
                </c:pt>
              </c:strCache>
            </c:strRef>
          </c:tx>
          <c:spPr>
            <a:solidFill>
              <a:srgbClr val="F5851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44</c:v>
                </c:pt>
                <c:pt idx="1">
                  <c:v>45</c:v>
                </c:pt>
                <c:pt idx="2">
                  <c:v>46</c:v>
                </c:pt>
                <c:pt idx="3">
                  <c:v>47</c:v>
                </c:pt>
                <c:pt idx="4">
                  <c:v>48</c:v>
                </c:pt>
                <c:pt idx="5">
                  <c:v>49</c:v>
                </c:pt>
                <c:pt idx="6">
                  <c:v>50</c:v>
                </c:pt>
                <c:pt idx="7">
                  <c:v>51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7</c:v>
                </c:pt>
                <c:pt idx="2">
                  <c:v>30</c:v>
                </c:pt>
                <c:pt idx="3">
                  <c:v>53</c:v>
                </c:pt>
                <c:pt idx="4">
                  <c:v>56</c:v>
                </c:pt>
                <c:pt idx="5">
                  <c:v>36</c:v>
                </c:pt>
                <c:pt idx="6">
                  <c:v>11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C-4189-8BB6-64A956779C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39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49808" y="960120"/>
            <a:ext cx="6309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ランダムグラフの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貪欲彩色シミュレーション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86384" y="27432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辺ができる確率 P を変えて、必要な色数の平均と分散を見る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" y="3310128"/>
            <a:ext cx="1993392" cy="329184"/>
          </a:xfrm>
          <a:prstGeom prst="roundRect">
            <a:avLst>
              <a:gd name="adj" fmla="val 22222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86968" y="339699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= 100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62656" y="3310128"/>
            <a:ext cx="1993392" cy="329184"/>
          </a:xfrm>
          <a:prstGeom prst="roundRect">
            <a:avLst>
              <a:gd name="adj" fmla="val 22222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063240" y="339699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TRIALS = 200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38928" y="3310128"/>
            <a:ext cx="1993392" cy="329184"/>
          </a:xfrm>
          <a:prstGeom prst="roundRect">
            <a:avLst>
              <a:gd name="adj" fmla="val 22222"/>
            </a:avLst>
          </a:prstGeom>
          <a:solidFill>
            <a:srgbClr val="F58518"/>
          </a:solidFill>
          <a:ln w="12700">
            <a:solidFill>
              <a:srgbClr val="F5851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239512" y="3396996"/>
            <a:ext cx="17922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= 0.1 ... 0.9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06640" y="786384"/>
            <a:ext cx="0" cy="534924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818120" y="11430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47.66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18120" y="1581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最大の平均色数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857232" y="11430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85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1.85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57232" y="1581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最大の分散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818120" y="2743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E8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4467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818120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最も密なグラフの辺数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857232" y="2743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20260513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57232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乱数シード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818120" y="45720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目的: グラフが密になるほど、貪欲彩色の結果がどう変わるかを確認する。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春休み課題: ランダムグラフの貪欲彩色 | 1</a:t>
            </a:r>
            <a:endParaRPr lang="en-US" sz="75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9565B6D-947E-3EEB-FBF5-0A0F9DAD29D5}"/>
              </a:ext>
            </a:extLst>
          </p:cNvPr>
          <p:cNvSpPr txBox="1"/>
          <p:nvPr/>
        </p:nvSpPr>
        <p:spPr>
          <a:xfrm>
            <a:off x="2380891" y="4572000"/>
            <a:ext cx="263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実験設定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haruyasumi.py が行っていること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ランダムグラフを1つ作り、頂点の処理順を変えながら貪欲彩色を200回実行する。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処理の流れ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4892040" cy="3456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頂点数 N=100 のグラフを用意する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各頂点ペアに対して、確率 P で辺を追加する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隣接行列を作り、辺の有無を 0/1 で管理する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頂点の順番をランダムに並べ替えて貪欲彩色する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200回の結果から平均と分散を計算する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217920" y="1609344"/>
            <a:ext cx="5074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62940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9202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= 0.1, 0.2, ..., 0.9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688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26883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各Pにつき200回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3456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345643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必要だった色数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4224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422452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色数の分布・平均・分散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800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貪欲彩色は頂点の順番で結果が変わるため、同じグラフでも試行ごとに必要色数が揺れる。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3252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春休み課題: ランダムグラフの貪欲彩色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が大きいほど必要な色数は増える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辺が増えるほど隣接制約が強くなり、貪欲彩色で使う色数の平均も上がる。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822960" y="1792224"/>
          <a:ext cx="5074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6327648" y="1792224"/>
          <a:ext cx="49834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73252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春休み課題: ランダムグラフの貪欲彩色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平均・分散・色数範囲の一覧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Pごとの統計量をまとめると、平均色数はほぼ単調に増加している。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5715000" cy="34747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辺数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平均色数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分散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最小-最大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492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7.22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0.274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6-9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999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10.82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0.408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9-12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1485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14.16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0.564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13-16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17.26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0.602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15-19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2443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21.26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0.842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19-23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25.80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1.173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23-29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3493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30.80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1.490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28-34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3957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36.34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1.546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33-40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47.66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1.846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44-51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7556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読み取り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2139696"/>
            <a:ext cx="3246120" cy="3182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P=0.1では平均約7色、P=0.9では平均約48色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密なグラフほど使える色の選択肢が減り、色数が増える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分散は全体として小さく、試行順序による揺れは限定的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ただし分散の山はPによって変わるため、順序依存性も残る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873252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春休み課題: ランダムグラフの貪欲彩色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色数分布の例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疎なグラフ・中間・密なグラフの3条件で、200回の色数分布を比較する。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4015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813816" y="1847088"/>
          <a:ext cx="2944368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86968" y="49560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 7.22 色 / 分散 0.274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16552" y="1572768"/>
            <a:ext cx="34015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0" name="Chart 1"/>
          <p:cNvGraphicFramePr/>
          <p:nvPr/>
        </p:nvGraphicFramePr>
        <p:xfrm>
          <a:off x="4636008" y="1847088"/>
          <a:ext cx="2944368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709160" y="49560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 21.26 色 / 分散 0.842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238744" y="1572768"/>
            <a:ext cx="340156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3" name="Chart 2"/>
          <p:cNvGraphicFramePr/>
          <p:nvPr/>
        </p:nvGraphicFramePr>
        <p:xfrm>
          <a:off x="8458200" y="1847088"/>
          <a:ext cx="2944368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9"/>
          <p:cNvSpPr/>
          <p:nvPr/>
        </p:nvSpPr>
        <p:spPr>
          <a:xfrm>
            <a:off x="8531352" y="495604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 47.66 色 / 分散 1.846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73252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春休み課題: ランダムグラフの貪欲彩色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結果のまとめ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Pが大きくなるほど辺が増え、貪欲彩色で必要な色数も増加した。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分かったこと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048256"/>
            <a:ext cx="498348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辺が少ないグラフでは、比較的少ない色数で彩色できる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辺が多いグラフでは、隣り合う頂点が増えるため必要色数が増える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貪欲彩色は頂点順序に依存するので、同じPでも結果にばらつきが出る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200回試行することで、平均と分散から傾向を確認できる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446520" y="1627632"/>
            <a:ext cx="43891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748272" y="1938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次にできる改善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487168"/>
            <a:ext cx="36118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Pごとにグラフ自体も複数生成して平均する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貪欲彩色以外の手法と比較する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最大次数や辺数との関係もグラフ化する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732520" y="65196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春休み課題: ランダムグラフの貪欲彩色 |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300</Words>
  <Application>Microsoft Office PowerPoint</Application>
  <PresentationFormat>ワイド画面</PresentationFormat>
  <Paragraphs>129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春休み課題: ランダムグラフの貪欲彩色</dc:title>
  <dc:subject>Random graph greedy coloring simulation</dc:subject>
  <dc:creator>Codex</dc:creator>
  <cp:lastModifiedBy>庄司　和哉</cp:lastModifiedBy>
  <cp:revision>3</cp:revision>
  <dcterms:created xsi:type="dcterms:W3CDTF">2026-05-13T09:54:47Z</dcterms:created>
  <dcterms:modified xsi:type="dcterms:W3CDTF">2026-05-25T07:09:20Z</dcterms:modified>
</cp:coreProperties>
</file>